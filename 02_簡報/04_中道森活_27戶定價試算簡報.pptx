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A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4A3210"/>
                </a:solidFill>
                <a:latin typeface="Microsoft JhengHei"/>
                <a:ea typeface="Microsoft JhengHei"/>
              </a:rPr>
              <a:t>鼎弘建設 × 璞域品牌策略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6400" b="1">
                <a:solidFill>
                  <a:srgbClr val="4A3210"/>
                </a:solidFill>
                <a:latin typeface="Microsoft JhengHei"/>
                <a:ea typeface="Microsoft JhengHei"/>
              </a:rPr>
              <a:t>中道森活｜栖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4A3210"/>
                </a:solidFill>
                <a:latin typeface="Microsoft JhengHei"/>
                <a:ea typeface="Microsoft JhengHei"/>
              </a:rPr>
              <a:t>27 戶單戶定價試算簡報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4754880"/>
            <a:ext cx="914400" cy="1905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壯圍鄉五權段｜27 戶｜透天 3 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126480"/>
            <a:ext cx="50292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簡報目錄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01　試算前提與三情境設定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02　戶別分群邏輯（5 群）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03　27 戶定價總表（建議主力情境）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04　群組彙整：各群戶數、平均建坪、建議單價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05　三情境全案總銷對比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06　可調整參數說明（Excel 試算表）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07　下一步：定價公開節奏建議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01　試算前提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三情境單價設定（取自定價策略簡報 第 06 頁）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715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情境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單價基準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對標案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用途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5715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保守（衝去化）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19.5 萬/坪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古亭郡、麒美紅葉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前 3~5 戶內部讓利、急售壓力下緣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715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 主力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20.5 ~ 22.0 萬/坪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宗硯大砌、鼎弘玉田 1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對外公開、媒體與廣告露出版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</a:tr>
              <a:tr h="5715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進取（品牌溢價）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+3% 上限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玉田森活 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好區位戶（角間/大地坪/邊間）議價空間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297680"/>
            <a:ext cx="11247120" cy="18288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8B3A0F"/>
                </a:solidFill>
                <a:latin typeface="Microsoft JhengHei"/>
                <a:ea typeface="Microsoft JhengHei"/>
              </a:rPr>
              <a:t>計算公式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戶別總價 = 樓地板坪 × 該戶建議單價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戶別單價 = 群組基準單價（依地坪、是否角間、樓地板規模分群）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建坪換算：每坪 = 3.305785 m²（依政府實登口徑）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戶別資料源：建照核準圖 DWG（115.02.13 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2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02　戶別分群邏輯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依地坪、角間位置、樓地板規模分為 5 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572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群組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戶數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代表戶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地坪範圍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建坪平均(坪)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建議單價(萬/坪)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A1~A3 入口戶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22~22 坪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38.1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20.8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中型角間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A1、D1、D4、E1…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27~29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大地坪角間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E3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37~37 坪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40.8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22.2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標準中戶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A3、B1、B7、C1…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22~27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38.8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標準大戶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F4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26~26 坪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43.4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標準小戶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B2、B3、B4、B5…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22~22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分群規則（依優先順位）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基地 ≥ 100 m² → 大地坪角間（溢價力最強）</a:t>
            </a:r>
          </a:p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基地 ≥ 88 m² 且為角間 → 中型角間</a:t>
            </a:r>
          </a:p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樓地板 ≥ 135 m² → 標準大戶</a:t>
            </a:r>
          </a:p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基地 ≤ 73 m² → 標準小戶 / A 幢入口戶（壓主力下緣）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分群依 DWG 戶別資料 + 同類型透天市場慣例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3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03　27 戶定價總表（1/2）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依「★ 建議主力情境」單價試算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3048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戶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地號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群組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地坪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建坪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單價(萬)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總價(萬)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304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789-32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中型角間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29.0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38.3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21.75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833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04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A1~A3 入口戶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38.1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789-28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標準中戶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23.3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38.3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21.25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814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04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B1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標準中戶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B2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789-20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標準小戶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21.8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38.2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20.75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793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04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B3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標準小戶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B4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789-16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標準小戶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22.1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38.4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20.75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797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04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B5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標準小戶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B6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789-12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標準小戶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22.1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38.4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20.75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797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04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B7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標準中戶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C1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789-4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標準中戶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23.0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38.4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21.25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816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04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C2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標準小戶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C3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標準中戶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24.8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38.4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21.25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816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04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D1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789-34、35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中型角間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小計（14 戶）：總銷 11,329 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4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03　27 戶定價總表（2/2）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依「★ 建議主力情境」單價試算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326571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戶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地號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群組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地坪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建坪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單價(萬)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總價(萬)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326571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D2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789-37、36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標準中戶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25.4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38.3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21.25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814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26571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D3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789-38、39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標準中戶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25.7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D4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789-41、40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中型角間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26.9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38.3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21.75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833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26571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E1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789-43、42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中型角間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E2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789-44、45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標準中戶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26.9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40.8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21.25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867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26571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E3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789-47、46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大地坪角間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22.25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F1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789-49、50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中型角間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26.9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39.0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21.75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848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26571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F2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789-52、51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標準中戶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F3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789-53、54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標準中戶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25.1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38.3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21.25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814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26571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F4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789-56、55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標準大戶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G1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789-58、57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中型角間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26.6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41.4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21.75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900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26571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G2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789-59、60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標準中戶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7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G3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789-62、61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標準中戶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23.9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39.5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21.25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839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小計（13 戶）：總銷 11,102 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5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04　三情境全案總銷對比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27 戶 × 三情境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715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情境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全案總銷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27 戶平均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最低戶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最高戶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5715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保守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20,561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762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743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846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715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 主力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22,431 萬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831 萬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791 萬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922 萬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</a:tr>
              <a:tr h="5715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進取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23,374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866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824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961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389120"/>
            <a:ext cx="11247120" cy="18288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2628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建議主力情境總銷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0972800" cy="10058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4200" b="1">
                <a:solidFill>
                  <a:srgbClr val="8B3A0F"/>
                </a:solidFill>
                <a:latin typeface="Microsoft JhengHei"/>
                <a:ea typeface="Microsoft JhengHei"/>
              </a:rPr>
              <a:t>22,431 萬　≈　2.24 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27 戶平均 831 萬｜100% 守千萬內｜銷售期 18~24 個月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全案總銷敏感度：單價 ±0.5 萬/坪 → 全案 ±5~6%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6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05　可調整參數說明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完整 Excel 試算表（隨本簡報附）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9144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工作表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內容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業主可改處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914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27戶定價表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每戶完整參數 + 三情境總價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單價區間下限/上限｜分群名稱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914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群組彙整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 群戶數、平均建坪、建議單價、總額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群組分類規則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情境總額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三情境全案總銷、平均、最低最高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—（自動計算）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Excel 為「公式型」試算 — 改單價或分群後總銷自動更新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檔名：04_中道森活_27戶定價試算表.xlsx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7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06　下一步 — 定價公開節奏建議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三階段定價揭露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10287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階段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時機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揭露單價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操作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10287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1. 內部 VIP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公開前 1~2 個月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保守情境（19.5 萬/坪）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前 3~5 戶讓利、客戶名單預埋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10287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2. 公開銷售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Phase 1 公開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主力情境（20.5~22 萬/坪）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依戶別分群定價、媒體露出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3. 後期溢價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完銷率 ≥ 60% 後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進取情境（+3%）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好區位戶提價、品牌溢價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三階段揭露 = 鼎弘玉田森活 1 已驗證的去化模式（22 年 15 戶 / 23 年 14 戶完銷）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璞域品牌策略｜www.pure-branding.com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8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
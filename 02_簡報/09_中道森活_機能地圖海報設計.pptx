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× 璞域品牌策略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 道 森 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機能地圖海報設計簡報　A2 印刷規格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戶｜透天 3 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01　設計理念：為什麼要做這張海報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02　海報全圖 (A2 直式)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03　分區解讀 1 — 上區：品牌標題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04　分區解讀 2 — 中區：機能光束圖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05　分區解讀 3 — 下區：故事時間軸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06　印刷規格與材質建議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07　看屋會館安裝建議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08　同系列延伸 — A3、A4、數位版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09　下一步行動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設計理念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一張海報抵 30 分鐘簡介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94960" cy="4572000"/>
          </a:xfrm>
          <a:prstGeom prst="rect">
            <a:avLst/>
          </a:prstGeom>
          <a:solidFill>
            <a:srgbClr val="FFF8E7"/>
          </a:solidFill>
          <a:ln w="9525">
            <a:solidFill>
              <a:srgbClr val="8B3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海報要解決的問題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客戶走進看屋會館 5 秒內要知道：本案在哪裡</a:t>
            </a:r>
          </a:p>
          <a:p>
            <a:pPr>
              <a:lnSpc>
                <a:spcPct val="15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客戶 30 秒內要看完：周邊機能</a:t>
            </a:r>
          </a:p>
          <a:p>
            <a:pPr>
              <a:lnSpc>
                <a:spcPct val="15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客戶 1 分鐘內要被打中：為什麼這裡值得買</a:t>
            </a:r>
          </a:p>
          <a:p>
            <a:pPr>
              <a:lnSpc>
                <a:spcPct val="15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客戶離開時要記得：能講給家人聽的故事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三區設計策略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上區（品牌）：1 秒辨識 — 案名、slogan、視覺氛圍</a:t>
            </a:r>
          </a:p>
          <a:p>
            <a:pPr>
              <a:lnSpc>
                <a:spcPct val="15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中區（機能）：30 秒掃描 — 光束圖讓眼睛自動找重點</a:t>
            </a:r>
          </a:p>
          <a:p>
            <a:pPr>
              <a:lnSpc>
                <a:spcPct val="15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下區（故事）：1 分鐘共鳴 — 林先生時間軸，從理性走到感性</a:t>
            </a:r>
          </a:p>
          <a:p>
            <a:pPr>
              <a:lnSpc>
                <a:spcPct val="15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整張海報的閱讀動線：上 → 中 → 下，與客戶決策流程一致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海報為實體看屋會館主視覺輔助 — 不取代簡報，但能延伸記憶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海報全圖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A2 直式 (420 × 594 mm @ 150 dpi)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中道森活_機能地圖海報_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201861" cy="594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280160"/>
            <a:ext cx="6400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海報三區架構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920240"/>
            <a:ext cx="914400" cy="109728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286000"/>
            <a:ext cx="914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上區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6692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8B3A0F"/>
                </a:solidFill>
                <a:latin typeface="Microsoft JhengHei"/>
                <a:ea typeface="Microsoft JhengHei"/>
              </a:rPr>
              <a:t>品牌標題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566928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中道森活 + slogan + 副標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3291840"/>
            <a:ext cx="914400" cy="109728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657600"/>
            <a:ext cx="914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中區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56692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8B3A0F"/>
                </a:solidFill>
                <a:latin typeface="Microsoft JhengHei"/>
                <a:ea typeface="Microsoft JhengHei"/>
              </a:rPr>
              <a:t>機能光束圖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94760"/>
            <a:ext cx="566928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26 個機能點 / 5 圈距離 / 8 方位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4663440"/>
            <a:ext cx="914400" cy="109728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5029200"/>
            <a:ext cx="914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下區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54879"/>
            <a:ext cx="56692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8B3A0F"/>
                </a:solidFill>
                <a:latin typeface="Microsoft JhengHei"/>
                <a:ea typeface="Microsoft JhengHei"/>
              </a:rPr>
              <a:t>故事時間軸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166359"/>
            <a:ext cx="566928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林先生的一天 + 鼎弘建設識別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完整高解析度 PNG/PDF：assets/posters/中道森活_機能地圖海報_A2.{png,pdf}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分區解讀 1 — 上區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品牌標題｜1 秒辨識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中道森活_機能地圖海報_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2585761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1554480"/>
            <a:ext cx="6858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視覺元素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0" y="201168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6400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元素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規格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目的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主標題 中道森活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宋體 / 220pt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品牌辨識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slogan 理想居所最懂生活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黑體 / 80pt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情緒引導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副標 在繁華...遇見家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黑體 / 48pt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完整 narrative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金黃上下邊條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高度 36px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色彩識別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0" y="5486400"/>
            <a:ext cx="6858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為何用宋體？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5897880"/>
            <a:ext cx="6858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與業主主視覺花卉插畫氣質一致 — 東方典雅、避免商業感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分區解讀 2 — 中區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機能光束圖｜30 秒掃描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中道森活_機能地圖海報_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3232201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1554480"/>
            <a:ext cx="6858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資訊密度設計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中心點：基地（紅方塊 + 中道森活）</a:t>
            </a:r>
          </a:p>
          <a:p>
            <a:pPr>
              <a:lnSpc>
                <a:spcPct val="15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5 圈距離環：1 / 3 / 5 / 10 / 30 km</a:t>
            </a:r>
          </a:p>
          <a:p>
            <a:pPr>
              <a:lnSpc>
                <a:spcPct val="15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8 方位線：N / NE / E / SE / S / SW / W / NW</a:t>
            </a:r>
          </a:p>
          <a:p>
            <a:pPr>
              <a:lnSpc>
                <a:spcPct val="15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26 個機能點：5 種顏色分類</a:t>
            </a:r>
          </a:p>
          <a:p>
            <a:pPr>
              <a:lnSpc>
                <a:spcPct val="15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  ↳ 學區（暗紅）、購物（深棕）、醫療（綠）、景點（橙）、交通（紫）</a:t>
            </a:r>
          </a:p>
          <a:p>
            <a:pPr>
              <a:lnSpc>
                <a:spcPct val="15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圖例固定在左下角 — 不影響中心構圖</a:t>
            </a:r>
          </a:p>
          <a:p>
            <a:pPr>
              <a:lnSpc>
                <a:spcPct val="15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「關鍵車程」4 個數字在右下 — 視覺重心穩定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分區解讀 3 — 下區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故事時間軸｜1 分鐘共鳴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中道森活_機能地圖海報_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3232201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1554480"/>
            <a:ext cx="6858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4A3210"/>
                </a:solidFill>
                <a:latin typeface="Microsoft JhengHei"/>
                <a:ea typeface="Microsoft JhengHei"/>
              </a:rPr>
              <a:t>故事設計邏輯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6 個時間點 × 一句話 — 不講道理、講畫面</a:t>
            </a:r>
          </a:p>
          <a:p>
            <a:pPr>
              <a:lnSpc>
                <a:spcPct val="15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排版 3 欄 × 2 列 — 視覺平衡、不擁擠</a:t>
            </a:r>
          </a:p>
          <a:p>
            <a:pPr>
              <a:lnSpc>
                <a:spcPct val="15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每段都對應上方光束圖的機能 — 圖文互相驗證</a:t>
            </a:r>
          </a:p>
          <a:p>
            <a:pPr>
              <a:lnSpc>
                <a:spcPct val="15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刻意省略：價格、坪數、戶數 — 「先打感性、再講理性」</a:t>
            </a:r>
          </a:p>
          <a:p>
            <a:pPr>
              <a:lnSpc>
                <a:spcPct val="15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底部「鼎弘建設」+ 「璞域」識別 — 信任背書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5303520"/>
            <a:ext cx="6858000" cy="82296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5413248"/>
            <a:ext cx="667512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客戶離開後能記得的不會是「壯圍鄉五權段」，會是「林先生中午能回家吃飯」。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印刷規格與材質建議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從紙張到亮膜的選擇邏輯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規格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成本（單張）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適用情境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主檔尺寸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A2 直式 420×594 mm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標準展示用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紙張 (推薦)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250g 雪面銅版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60~120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看屋會館長期展示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紙張 (預算版)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150g 道林紙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30~60 元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DM 隨身發放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護膜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亞膜（霧面）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防指紋、典雅感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輸出方式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數位輸出 / 大圖輸出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店家代工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彩雷或膠印皆可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檔案交付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PDF 300dpi + PNG 150dpi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印刷廠 / 數位皆涵蓋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顏色管理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CMYK + 出血 3mm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印刷品質確保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建議：先印 5 張 A2 雪銅 + 亞膜當看屋會館展示，再評估是否量產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印刷估價以宜蘭在地印刷廠為準（建議：宜蘭快速印刷、明傑數位）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看屋會館安裝建議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海報該掛在哪、怎麼看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400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位置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視覺距離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目的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入口正面牆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立刻看到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3~5 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第一印象：在哪、長怎樣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接待桌後方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客戶坐下時面對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1.5~2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客戶等待時自然瀏覽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實品屋走道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從房間出來經過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2~3 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看完格局後串連故事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400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貴賓室牆面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TA3 客戶接待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1.5~2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深度討論輔助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燈光與裝裱建議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裝裱：木框 + 玻璃（建議深棕 / 米白框）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燈光：3000K 暖光｜照度 300~500 lux｜避免反光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視線高度：海報中心離地 1.4~1.6 m（成人平視）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同系列延伸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 A2 海報 → A3 DM → A4 文宣 → 數位版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22514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版本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尺寸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差異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A2 主視覺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420 × 594 mm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看屋會館主牆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完整 3 區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A3 售屋手冊封面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297 × 420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現場帶走 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簡化光束圖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A4 文宣單張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210 × 297 mm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夾報 / 桌上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故事為主、機能簡化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IG 直式 (4:5)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1080 × 1350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社群投放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光束圖簡化版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 橫式 (16:9)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1920 × 1080 px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FB 廣告主視覺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故事為主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6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591 首圖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1920 × 1200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591 案件列表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簡化光束圖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六個延伸版本共用「機能光束圖」核心視覺 — 確保品牌一致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09　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兩週內可完成海報量產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22514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工項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璞域提供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業主提供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海報設計微調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依踏勘修正、調整字體版面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回饋方向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印刷廠詢價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 家比價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預算上限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首批 5 張 A2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代為印刷下單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看屋會館安裝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陪同督導（半天）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現場、木框、燈光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A3 / A4 延伸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完成 DM 與文宣設計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6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數位版（IG/FB/591）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適配尺寸、上傳上稿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建議排程：本週確認設計 → 下週印刷 → 第三週安裝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璞域品牌策略｜www.pure-branding.com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10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
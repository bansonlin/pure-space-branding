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短影音腳本簡報　30s / 60s / 90s 三版本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01　三版本概念與用途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02　30 秒｜純情緒版 — 用於 FB / IG 動態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03　30 秒分鏡表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04　60 秒｜故事版 — 用於 YouTube / 591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05　60 秒分鏡表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06　90 秒｜完整版 — 用於主視覺、看屋會館循環播放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07　90 秒分鏡表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08　共通素材清單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09　拍攝計畫與時程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10　預算試算（自製 vs 委製）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11　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三版本概念與用途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不同長度對應不同觀看情境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65760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4A3210"/>
                </a:solidFill>
                <a:latin typeface="Microsoft JhengHei"/>
                <a:ea typeface="Microsoft JhengHei"/>
              </a:rPr>
              <a:t>30 秒</a:t>
            </a:r>
          </a:p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4A3210"/>
                </a:solidFill>
                <a:latin typeface="Microsoft JhengHei"/>
                <a:ea typeface="Microsoft JhengHei"/>
              </a:rPr>
              <a:t>純情緒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880360"/>
            <a:ext cx="914400" cy="127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通路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39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FB / IG 動態廣告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高頻曝光、抓眼球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329184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畫面 + 字幕為主、無旁白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音樂帶動情緒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657600" cy="45720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737360"/>
            <a:ext cx="365760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</a:rPr>
              <a:t>60 秒</a:t>
            </a:r>
          </a:p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</a:rPr>
              <a:t>故事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880360"/>
            <a:ext cx="9144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1546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通路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20439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YouTube 廣告 / 591 內嵌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90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目的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3484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</a:rPr>
              <a:t>建立認知、引導點擊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9834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手法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349240"/>
            <a:ext cx="329184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林先生 narrator 旁白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林先生生活畫面 + 機能 B-roll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554480"/>
            <a:ext cx="365760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737360"/>
            <a:ext cx="365760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4A3210"/>
                </a:solidFill>
                <a:latin typeface="Microsoft JhengHei"/>
                <a:ea typeface="Microsoft JhengHei"/>
              </a:rPr>
              <a:t>90 秒</a:t>
            </a:r>
          </a:p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4A3210"/>
                </a:solidFill>
                <a:latin typeface="Microsoft JhengHei"/>
                <a:ea typeface="Microsoft JhengHei"/>
              </a:rPr>
              <a:t>完整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880360"/>
            <a:ext cx="914400" cy="127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1546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通路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520439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看屋會館循環 / 官網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690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目的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3484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深度說服、轉化下訂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983480"/>
            <a:ext cx="32918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手法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349240"/>
            <a:ext cx="329184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完整故事 + 產品介紹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含建商資訊與 CTA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三版本共用同一批素材（拍攝計畫詳第 09 頁）— 製作成本可控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30 秒｜純情緒版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Hook → Insight → CTA｜FB/IG 動態廣告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「在台北 8 年。我們每月房租 30,000、通勤 90 分鐘。」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「搬回壯圍後，房貸 30,000、通勤一週兩次。」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「省下的時間，是和爸媽、孩子的時間。」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→ 中道森活｜千萬內、3 層透天、27 戶｜2026 預售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11247120" cy="25603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情緒節奏（3 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Hook (0~8s)：「在台北 8 年」 → 揭出 pain point（高房租、長通勤）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Insight (8~22s)：「搬回壯圍後」 → 翻轉場景（房貸相同、通勤縮短）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Reward (22~28s)：「省下的時間」 → 情緒高點（和家人在一起）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CTA (28~30s)：案名 + 售屋資訊 + 看屋連結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30 秒分鏡表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FB / IG 9:16 直式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3142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畫面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字幕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音樂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00~04s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台北捷運擁擠站台、雨天通勤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「在台北 8 年」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鋼琴單音、低沉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04~08s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公寓房門關上、累倒沙發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「房租 30,000　通勤 90 分鐘」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鋼琴持續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08~14s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鏡頭切換 — 壯圍田野晨光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「搬回壯圍後」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提升、加入弦樂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14~20s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孩子騎腳踏車、媽媽招手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「房貸 30,000　通勤一週兩次」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弦樂展開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20~26s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家人圍坐餐桌、爸媽抱孫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「省下的時間」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情緒最高點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26~30s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 logo 浮現 + 資訊卡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中道森活｜千萬內｜2026 預售
了解更多 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音樂淡出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9:16 直式｜建議解析度 1080×1920｜可加製 1:1 方版供 IG 動態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60 秒｜故事版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林先生的一天｜YouTube 廣告 / 591 內嵌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47120" cy="228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6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用「林先生的一天」走完一個完整的循環。</a:t>
            </a:r>
          </a:p>
          <a:p>
            <a:pPr>
              <a:lnSpc>
                <a:spcPct val="16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上半 (0~25s) — 早晨送孩子、通勤台北、與媽媽 LINE。</a:t>
            </a:r>
          </a:p>
          <a:p>
            <a:pPr>
              <a:lnSpc>
                <a:spcPct val="16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中段 (25~45s) — 傍晚回家、全家散步、週末野餐。</a:t>
            </a:r>
          </a:p>
          <a:p>
            <a:pPr>
              <a:lnSpc>
                <a:spcPct val="160000"/>
              </a:lnSpc>
            </a:pPr>
            <a:r>
              <a:rPr sz="1300" b="0">
                <a:solidFill>
                  <a:srgbClr val="4A3210"/>
                </a:solidFill>
                <a:latin typeface="Microsoft JhengHei"/>
                <a:ea typeface="Microsoft JhengHei"/>
              </a:rPr>
              <a:t>下半 (45~60s) — 林先生獨白：「省下的時間」+ 中道森活資訊。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敘事設計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第一人稱旁白（林先生自述）— 親近感、信任感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每段配機能 B-roll（國道、學校、醫院、景點）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畫面節奏：上半快、中段中、下半慢 — 由急轉緩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60 秒分鏡表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YouTube 16:9 橫式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15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畫面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旁白 / 字幕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00~05s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07:30 林先生送孩子到公館國小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旁白：「孩子的學校，4 分鐘車。」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05~15s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08:15 林先生上葛瑪蘭、雪隧、台北辦公室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旁白：「我每週兩次去台北。雪隧 50 分鐘。」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15~25s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12:00 林先生 LINE 媽媽、媽媽煮飯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旁白：「中午能回家吃飯。媽媽 10 分鐘車。」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25~35s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19:00 全家從家走到鄰里公園、買 7-11 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旁白：「傍晚的散步，不需要規劃。」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35~45s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週六全家壯圍沙丘野餐、看龜山島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旁白：「週末的海，5 分鐘就到。」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45~55s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晚上一家圍坐餐桌、夜燈下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旁白：「在台北 8 年，省下來的時間，現在都還回家裡。」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55~60s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 logo + 資訊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字幕：中道森活｜壯圍 27 戶｜千萬內｜2026 預售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16:9 橫式｜建議 1920×1080｜可加 9:16 版供 YouTube 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90 秒｜完整版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故事 + 產品｜看屋會館循環 / 官網 / 接待中心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47120" cy="3200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在 60 秒故事版基礎上，加入 30 秒產品介紹段：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00~60s — 林先生的一天（同 60 秒版）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60~75s — 中道森活產品介紹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  ↳ 空拍：基地俯瞰、7 幢配置、屋頂層庭院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  ↳ 字幕：27 戶 透天 3 層｜建坪 38~43 坪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75~85s — 鼎弘建設信譽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  ↳ 玉田森活 1/2 完銷照片、屋主訪談片段</a:t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55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85~90s — CTA + 接待中心資訊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適合需要說明的場景 — 看屋會館循環、官網嵌入、接待中心開場片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90 秒分鏡表 — 新增段落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60~90 秒（前 60 秒同上一頁）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畫面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旁白 / 字幕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60~67s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空拍：壯圍五權段、7 幢配置鳥瞰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字幕：壯圍鄉五權段　27 戶獨棟透天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67~75s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空拍環繞：A、B、C、D、E、F、G 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字幕：建坪 38~43 坪｜地坪 22~37 坪｜3 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75~82s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玉田森活 1 完銷實景 + 屋主家庭照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旁白：「鼎弘建設，30+14 戶完銷的承諾。」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82~88s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玉田森活 2 完銷實景 + 鼎弘 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字幕：鼎弘建設 玉田森活 1 / 2 全數完銷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88~90s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 logo + 接待中心地址 + QR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字幕：接待中心｜開放預約｜www.pure-branding.com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用於看屋會館 — 建議 4K 解析度、循環播放、可關閉旁白純看畫面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共通素材清單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三版本共用 — 拍攝一次、剪三版本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3142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素材類別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具體場景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拍攝注意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林先生家庭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夫妻、兩個孩子、爸媽（雇用 1 個演員家庭）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需簽肖像授權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通勤畫面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雪隧入口、葛瑪蘭客運、宜蘭轉運站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選平日離峰時段、避免人潮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學校 / 機能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公館國小門口、7-11、全聯、傳統市場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不需建築物特寫、避免商家招牌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假日景點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壯圍沙丘、永鎮海濱、夢時代、羅東夜市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選晨光 / 黃金時刻拍攝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基地空拍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壯圍五權段 27 戶配置鳥瞰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需業主協調、空拍機申請、無人機證照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玉田森活素材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已有檔案、向業主索取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若無高解析度，需重新空拍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拍攝計畫與時程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3 天拍攝 + 2 週後製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2514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天數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選角、場景勘景、分鏡 storyboard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完整分鏡稿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拍攝 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林先生家庭日常（早晨、傍晚、週末）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家庭素材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拍攝 D2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通勤、機能、景點 B-roll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 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B-roll 素材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拍攝 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基地空拍 + 玉田森活補拍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空拍 + 建築素材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後製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剪輯 30/60/90 三版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完成片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上線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FB/IG/YouTube/591/官網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 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全通路上稿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全程約 5 週｜可銜接 Q4 2026 主力期推案前完成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預算試算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自製 vs 委製｜建議選「半委製」中間方案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方案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預算範圍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團隊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適合情境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A. 全自製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5~10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業主自拍 + iPhone + 簡易剪輯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預算極低、可接受平實質感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B. 半委製（建議）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20~35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璞域企劃 + 在地小型製作公司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中等預算、品質可控、彈性大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C. 全委製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60~100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知名製作公司、明星演員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高預算、品牌升級為主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建議 B 方案：半委製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璞域協助：腳本、選角、督導拍攝、後製方向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在地團隊：拍攝、剪輯、執行（成本只有北部 50~60%）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預估 25 萬 → 30 秒×3 + 60 秒×1 + 90 秒×1 全套交付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11　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從本簡報到上線播放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決策項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璞域建議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業主回覆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三版本要做幾版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推薦三版全做（25 萬）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預算方案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 方案（半委製）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選角方向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真實素人家庭、非演員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拍攝時程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 月選角、9 月拍攝、10 月上線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首發通路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廣告 + 591 內嵌 + YouTube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確認後璞域提供：完整分鏡 storyboard、選角資料、製作公司提案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
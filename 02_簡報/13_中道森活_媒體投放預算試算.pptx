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4A3210"/>
                </a:solidFill>
                <a:latin typeface="Microsoft JhengHei"/>
                <a:ea typeface="Microsoft JhengHei"/>
              </a:rPr>
              <a:t>鼎弘建設 × 璞域品牌策略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4A3210"/>
                </a:solidFill>
                <a:latin typeface="Microsoft JhengHei"/>
                <a:ea typeface="Microsoft JhengHei"/>
              </a:rPr>
              <a:t>中 道 森 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4A3210"/>
                </a:solidFill>
                <a:latin typeface="Microsoft JhengHei"/>
                <a:ea typeface="Microsoft JhengHei"/>
              </a:rPr>
              <a:t>媒體投放預算試算簡報　Media Budget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4754880"/>
            <a:ext cx="914400" cy="1905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壯圍鄉五權段｜27 戶｜2026 Q4 開賣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264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簡報目錄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01　預算總覽 — 280 萬｜全案 18 個月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02　通路一覽 — 8 個媒體通路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03　通路 1：FB / IG 廣告（TA1+TA2 主力）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04　通路 2：591 案件頁（全 TA）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05　通路 3：YouTube 廣告（TA1 故事版）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06　通路 4：LINE 在地廣告（TA2）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07　通路 5：實體 DM / 夾報 / 戶外（TA2+TA3）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08　通路 6-8：公關、口碑、活動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09　預算 × 通路 × Phase 完整試算表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10　KPI 追蹤指標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11　下一步行動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01　預算總覽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全案 280 萬｜總銷 2.24 億的 1.25%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697480" cy="1828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69748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4A3210"/>
                </a:solidFill>
                <a:latin typeface="Microsoft JhengHei"/>
                <a:ea typeface="Microsoft JhengHei"/>
              </a:rPr>
              <a:t>280 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269748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全案行銷預算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691640"/>
            <a:ext cx="2697480" cy="1828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1828800"/>
            <a:ext cx="269748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8B3A0F"/>
                </a:solidFill>
                <a:latin typeface="Microsoft JhengHei"/>
                <a:ea typeface="Microsoft JhengHei"/>
              </a:rPr>
              <a:t>1.25%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2788920"/>
            <a:ext cx="269748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佔總銷比例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9904" y="1691640"/>
            <a:ext cx="2697480" cy="1828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9904" y="1828800"/>
            <a:ext cx="269748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4A3210"/>
                </a:solidFill>
                <a:latin typeface="Microsoft JhengHei"/>
                <a:ea typeface="Microsoft JhengHei"/>
              </a:rPr>
              <a:t>10.4 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2788920"/>
            <a:ext cx="269748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每戶 marketing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06256" y="1691640"/>
            <a:ext cx="2697480" cy="1828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6256" y="1828800"/>
            <a:ext cx="269748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8B3A0F"/>
                </a:solidFill>
                <a:latin typeface="Microsoft JhengHei"/>
                <a:ea typeface="Microsoft JhengHei"/>
              </a:rPr>
              <a:t>18 個月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2788920"/>
            <a:ext cx="269748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投放期間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預算依 TA 比例分配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5623560" cy="5029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80559"/>
            <a:ext cx="53492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TA 1 返鄉換屋  (50%)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80559"/>
            <a:ext cx="53492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140 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29200"/>
            <a:ext cx="3374136" cy="5029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074920"/>
            <a:ext cx="3099816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TA 2 在地二代  (30%)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074920"/>
            <a:ext cx="3099816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84 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23560"/>
            <a:ext cx="2249424" cy="50292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669280"/>
            <a:ext cx="1975104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</a:rPr>
              <a:t>TA 3 退休置產  (20%)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669280"/>
            <a:ext cx="1975104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</a:rPr>
              <a:t>56 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預算範圍：透天案合理區間為總銷的 1~2%，本案取下緣偏中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2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02　通路一覽 — 8 個媒體通路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依預算佔比排序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1148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通路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預算 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佔比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主要 TA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FB / IG 廣告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85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30%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1 + TA 2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短影音製作（3 版本）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11%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 TA（製作費）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591 案件頁 + 推薦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11%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 TA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看屋會館製作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11%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 TA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實體 DM / 夾報 / 戶外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9%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2 + TA 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YouTube 廣告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LINE 在地廣告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5%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公關活動 / 口碑 / KOL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 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業主自留彈性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5%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合計 280 萬｜前 4 大通路 (FB/IG、短影音、591、看屋會館) 佔 63%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3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03　通路 1：FB / IG 廣告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85 萬｜TA1+TA2 主力｜18 個月分段投放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4008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Phase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期間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預算 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TA 投放比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預估觸及 / 來客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Phase 1 暖身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2026 Q3 (3 月)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 70% / TA2 30%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觸及 30 萬｜來客 50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Phase 2 主力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2026 Q4~2027 Q1 (6 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 60% / TA2 30% / TA3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觸及 100 萬｜來客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Phase 3 精品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2027 Q2~Q3 (6 月)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 40% / TA3 60%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觸及 40 萬｜來客 80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Phase 4 收尾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2027 Q4 (3 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 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觸及 20 萬｜來客 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FB/IG 投放策略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TA1：FB 雙北精準（30~45 歲、宜蘭出生 tag、有子女）；CTA 連短影音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TA2：FB 宜蘭在地社團、LINE 群組轉發；CTA 連 LINE 加好友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TA3：FB 雙北高消費族群（50+、退休、置產興趣）；CTA 連 591 案件頁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4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04　通路 2：591 案件頁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30 萬｜全 TA 必經點｜18 個月持續露出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334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費用 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案件頁基本上架 (18 個月)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完整 591 案件頁 + 戶別清單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首頁推薦 (Phase 2)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宜蘭區首頁輪播、3 個月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關鍵字推薦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「壯圍透天」「宜蘭返鄉」等關鍵字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影音內嵌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60 秒故事版上傳 + 推播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案件 banner 設計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591 平台規格適配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591 預估貢獻：每月 30 組來電｜18 個月共 500+ 組來客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5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05　通路 3：YouTube 廣告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20 萬｜TA1 主力｜60 秒故事版投放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4008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費用 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TrueView in-stream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可跳過廣告，按看完計費，主力 TA1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Bumper Ads (6秒)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30秒版剪成6秒，高頻曝光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YouTube Shorts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30秒直式版上傳 + 推播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關鍵字精準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「宜蘭 透天」「壯圍 新案」等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YouTube 投放邏輯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TA1 在 YouTube 看：科技、家庭、宜蘭旅遊 — 投這幾個 affinity audience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預估每千次曝光成本 (CPM) 約 80~150 元 — 20 萬可換 130~250 萬次曝光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6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06　通路 4：LINE 在地廣告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15 萬｜TA2 主力｜在地族群滲透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4008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費用 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LINE 官方帳號建置 + 維運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客服自動回覆、預約看屋、推播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LINE 廣告投放 (LAP)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宜蘭地區精準投放、按地理位置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LINE 群組投放（在地 KOL）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宜蘭媽媽群組、壯圍生活圈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導購折扣設計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看屋禮、加 LINE 送伴手禮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LINE 官方帳號預估好友 800~1,200 人｜成交貢獻 5~10 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7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07　通路 5：實體 DM / 夾報 / 戶外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25 萬｜TA2 在地 + TA3 雙北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096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費用 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TA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A2 海報印刷 + 看屋會館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 TA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首批 5 張雪銅 + 亞膜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A4 售屋手冊 (3000 份)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 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 頁全彩、含光束圖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宜蘭在地夾報 (3 期)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聯合報、自由時報宜蘭地方版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雙北精準 DM (5000 戶)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依社區清單、信箱投遞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戶外看板 (壯圍主要路口)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宜30 縣道、壯六路 3 個月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8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08　通路 6-8：公關、口碑、KOL 活動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30 萬｜建立品牌信任感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858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費用 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目的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開賣記者會（Phase 2 啟動）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在地媒體報導、行業曝光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玉田森活屋主聯誼會 + 中道導覽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口碑傳播、轉介紹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宜蘭在地媒體合作 (3 篇)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宜蘭新聞、地方雜誌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微網紅合作 (5 位)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在地媽媽、宜蘭旅遊 KOC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看屋禮 / 抽獎活動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提升現場成交率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公關價值：每次曝光 ROI 高、品牌信任度提升 — 但難量化、需長期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9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09　預算 × 通路 × Phase 完整試算表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全案 280 萬｜18 個月分配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554480"/>
          <a:ext cx="116128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39901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通路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Phase 1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Phase 2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Phase 3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Phase 4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合計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39901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FB / IG 廣告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9901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短影音製作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591 案件頁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9901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看屋會館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實體 DM / 戶外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9901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YouTube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LINE 在地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9901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公關 / KOL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業主彈性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9902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 小計 (萬)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93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105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58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24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280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Phase 1 重看屋會館初建｜Phase 2 重廣告衝刺｜Phase 3 重精品｜Phase 4 收尾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10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10　KPI 追蹤指標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每月追蹤｜每季檢討｜可調整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1435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目標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計算方式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預警閾值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FB/IG 來客數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每月 ≥ 20 組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FB ad → 表單填寫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&lt; 12 組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591 來電數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每月 ≥ 30 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591 後台統計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&lt; 18 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LINE 好友數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每月 ≥ 50 加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官方帳號後台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&lt; 30 加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看屋會館來客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每月 ≥ 40 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現場簽到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&lt; 25 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看屋 → 成交轉換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≥ 5%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成交數 / 來客數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&lt; 3%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全案完銷時間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≤ 24 個月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從 Phase 1 啟動算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&gt; 30 個月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每戶平均成交價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≥ 830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成交總額 / 戶數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&lt; 800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預警觸發時：璞域提案調整方案（增預算、改 message、降單價、延長期）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11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11　下一步行動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預算定案 → 啟動投放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096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工項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璞域提供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業主決定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預算總額確認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推薦 280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通路優先順序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前 4 大優先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代理商選擇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璞域代為操作 vs 其他代理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Phase 1 啟動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Q3 2026 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KPI 報告頻率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每月一份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決定後 1 週內提供：媒體採購清單、執行時程表、合約草案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璞域品牌策略｜www.pure-branding.com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